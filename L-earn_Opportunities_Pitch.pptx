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733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4F13E2-ADE6-4B5F-ADAC-BADBCA449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28" y="0"/>
            <a:ext cx="800934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082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L-EARN OPPORTUNITIES: TRACTION &amp; CREDIBILITY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20116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ACHIEVEMNET SO FAR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• Explosive Subscriber Growth </a:t>
            </a:r>
            <a:r>
              <a:rPr lang="en-US" sz="1200" dirty="0">
                <a:solidFill>
                  <a:srgbClr val="1F2937"/>
                </a:solidFill>
              </a:rPr>
              <a:t>300 Student subscribers with average traffic.
</a:t>
            </a:r>
            <a:r>
              <a:rPr lang="en-US" sz="1200" b="1" dirty="0">
                <a:solidFill>
                  <a:srgbClr val="1F2937"/>
                </a:solidFill>
              </a:rPr>
              <a:t>• Fully Live &amp; Functional</a:t>
            </a:r>
            <a:r>
              <a:rPr lang="en-US" sz="1200" dirty="0">
                <a:solidFill>
                  <a:srgbClr val="1F2937"/>
                </a:solidFill>
              </a:rPr>
              <a:t>.
</a:t>
            </a:r>
            <a:r>
              <a:rPr lang="en-US" sz="1200" b="1" dirty="0">
                <a:solidFill>
                  <a:srgbClr val="1F2937"/>
                </a:solidFill>
              </a:rPr>
              <a:t>• 4 Exclusive Jobs Listed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840480" cy="20116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LEGAL &amp; BUSINESS STANDING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Fully Registered Business
</a:t>
            </a:r>
            <a:r>
              <a:rPr lang="en-US" sz="1200" dirty="0">
                <a:solidFill>
                  <a:srgbClr val="1F2937"/>
                </a:solidFill>
              </a:rPr>
              <a:t>We are officially incorporated and recognized by the </a:t>
            </a:r>
            <a:r>
              <a:rPr lang="en-US" sz="1200" b="1" dirty="0">
                <a:solidFill>
                  <a:srgbClr val="F97316"/>
                </a:solidFill>
              </a:rPr>
              <a:t>Registrar of Companies</a:t>
            </a:r>
            <a:r>
              <a:rPr lang="en-US" sz="1200" dirty="0">
                <a:solidFill>
                  <a:srgbClr val="1F2937"/>
                </a:solidFill>
              </a:rPr>
              <a:t>, granting us operating leverage and trust with corporate partners.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7955280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JUMPING ONTO A HUNGRY SYSTEM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The youth unemployment gap represents a massive, underserved, and 'hungry' ecosystem. Our rapid adoption proves that job seekers and providers are desperate for a streamlined, trustworthy matching solution. The market was waiting for us.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TECHNOLOGY, MONETIZATION &amp; RESEARCH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840480" cy="34747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HOW OUR TECHNOLOGY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Smart Categorization:
</a:t>
            </a:r>
            <a:r>
              <a:rPr lang="en-US" sz="1100" dirty="0">
                <a:solidFill>
                  <a:srgbClr val="1F2937"/>
                </a:solidFill>
              </a:rPr>
              <a:t>Our platform automatically tags and filters gigs, internships, and jobs for relevant skill matching.
</a:t>
            </a:r>
            <a:r>
              <a:rPr lang="en-US" sz="1100" b="1" dirty="0">
                <a:solidFill>
                  <a:srgbClr val="F97316"/>
                </a:solidFill>
              </a:rPr>
              <a:t>Automated Communication:
</a:t>
            </a:r>
            <a:r>
              <a:rPr lang="en-US" sz="1100" dirty="0">
                <a:solidFill>
                  <a:srgbClr val="1F2937"/>
                </a:solidFill>
              </a:rPr>
              <a:t>Integrated inbox, automated email digests, and real-time dashboard updates keep the system alive.
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84048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REVENUE &amp; MONETIZATION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63440" y="17373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B2B Job Postings: </a:t>
            </a:r>
            <a:r>
              <a:rPr lang="en-US" sz="1100" dirty="0">
                <a:solidFill>
                  <a:srgbClr val="1F2937"/>
                </a:solidFill>
              </a:rPr>
              <a:t>Fees for corporate features.
</a:t>
            </a:r>
            <a:r>
              <a:rPr lang="en-US" sz="1100" b="1" dirty="0">
                <a:solidFill>
                  <a:srgbClr val="1F2937"/>
                </a:solidFill>
              </a:rPr>
              <a:t>• Premium Subscriptions: </a:t>
            </a:r>
            <a:r>
              <a:rPr lang="en-US" sz="1100" dirty="0">
                <a:solidFill>
                  <a:srgbClr val="1F2937"/>
                </a:solidFill>
              </a:rPr>
              <a:t>Advanced access for users.
</a:t>
            </a:r>
            <a:r>
              <a:rPr lang="en-US" sz="1100" b="1" dirty="0">
                <a:solidFill>
                  <a:srgbClr val="1F2937"/>
                </a:solidFill>
              </a:rPr>
              <a:t>• Partner Integrations: </a:t>
            </a:r>
            <a:r>
              <a:rPr lang="en-US" sz="1100" dirty="0">
                <a:solidFill>
                  <a:srgbClr val="1F2937"/>
                </a:solidFill>
              </a:rPr>
              <a:t>Value adds like assessments.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108960"/>
            <a:ext cx="3840480" cy="16459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MARKET RESEARCH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3566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1F2937"/>
                </a:solidFill>
              </a:rPr>
              <a:t>• Students</a:t>
            </a:r>
            <a:r>
              <a:rPr lang="en-US" sz="1100" dirty="0">
                <a:solidFill>
                  <a:srgbClr val="1F2937"/>
                </a:solidFill>
              </a:rPr>
              <a:t> are willing and hungry to work on </a:t>
            </a:r>
            <a:r>
              <a:rPr lang="en-US" sz="1100" dirty="0" err="1">
                <a:solidFill>
                  <a:srgbClr val="1F2937"/>
                </a:solidFill>
              </a:rPr>
              <a:t>microgigs</a:t>
            </a:r>
            <a:r>
              <a:rPr lang="en-US" sz="1100" dirty="0">
                <a:solidFill>
                  <a:srgbClr val="1F2937"/>
                </a:solidFill>
              </a:rPr>
              <a:t> to earn a considerable amount while learning.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Professional</a:t>
            </a:r>
            <a:r>
              <a:rPr lang="en-US" sz="1100" dirty="0">
                <a:solidFill>
                  <a:srgbClr val="1F2937"/>
                </a:solidFill>
              </a:rPr>
              <a:t> are usually highly in need of </a:t>
            </a:r>
            <a:r>
              <a:rPr lang="en-US" sz="1100" dirty="0" err="1">
                <a:solidFill>
                  <a:srgbClr val="1F2937"/>
                </a:solidFill>
              </a:rPr>
              <a:t>labour</a:t>
            </a:r>
            <a:r>
              <a:rPr lang="en-US" sz="1100" dirty="0">
                <a:solidFill>
                  <a:srgbClr val="1F2937"/>
                </a:solidFill>
              </a:rPr>
              <a:t> of helping them in short roles.
</a:t>
            </a:r>
            <a:r>
              <a:rPr lang="en-US" sz="1100" b="1" dirty="0">
                <a:solidFill>
                  <a:srgbClr val="1F2937"/>
                </a:solidFill>
              </a:rPr>
              <a:t>• Engagement Rates: </a:t>
            </a:r>
            <a:r>
              <a:rPr lang="en-US" sz="1100" dirty="0">
                <a:solidFill>
                  <a:srgbClr val="1F2937"/>
                </a:solidFill>
              </a:rPr>
              <a:t>Our beta shows an 80% open rate indicating immense demand.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251</Words>
  <Application>Microsoft Office PowerPoint</Application>
  <PresentationFormat>On-screen Show (16:9)</PresentationFormat>
  <Paragraphs>17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L-earn Opportunities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L-earn Opportunities - Success &amp; Scaling</dc:title>
  <dc:subject>Traction &amp; Growth Deck</dc:subject>
  <dc:creator>L-earn Opportunities</dc:creator>
  <cp:lastModifiedBy>User</cp:lastModifiedBy>
  <cp:revision>2</cp:revision>
  <dcterms:created xsi:type="dcterms:W3CDTF">2026-05-16T11:20:17Z</dcterms:created>
  <dcterms:modified xsi:type="dcterms:W3CDTF">2026-05-16T11:26:28Z</dcterms:modified>
</cp:coreProperties>
</file>